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3430c1410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3430c1410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3430c1410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3430c1410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3430c1410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3430c1410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3430c1410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3430c1410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3430c1410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3430c1410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3430c1410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3430c1410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3430c1410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3430c1410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python-solemne2.streamlit.app/" TargetMode="Externa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Solemne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/>
              <a:t>Taller de programación</a:t>
            </a:r>
            <a:endParaRPr sz="36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9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Integrantes: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/>
              <a:t>Ximena Navarro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/>
              <a:t>Miguel Muñoz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/>
              <a:t>Jose Curriñir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/>
              <a:t>Ramon Quiroz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/>
              <a:t>Francisco Carrasco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275" y="678600"/>
            <a:ext cx="1017650" cy="101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1125" y="2865200"/>
            <a:ext cx="1017650" cy="101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550" y="529709"/>
            <a:ext cx="7833975" cy="45202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8850" y="806825"/>
            <a:ext cx="1182625" cy="11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357079"/>
            <a:ext cx="9144001" cy="2865466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47325" y="1681900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600" y="117328"/>
            <a:ext cx="5917951" cy="4979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3" name="Google Shape;10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9572" y="865675"/>
            <a:ext cx="926074" cy="92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4275" y="2956450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054324"/>
            <a:ext cx="9144000" cy="2859852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6" name="Google Shape;10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0575" y="2571750"/>
            <a:ext cx="863375" cy="86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1000"/>
            <a:ext cx="9143999" cy="23690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12925"/>
            <a:ext cx="9144000" cy="19870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3075" y="502400"/>
            <a:ext cx="1018150" cy="101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17800" y="3840265"/>
            <a:ext cx="948700" cy="9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2200"/>
            <a:ext cx="9144002" cy="3762276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5300" y="2652425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35548" cy="3390601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6" name="Google Shape;12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4225" y="1145375"/>
            <a:ext cx="5646475" cy="377634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717524" cy="3196551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9675" y="397600"/>
            <a:ext cx="5930824" cy="3315826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425" y="681425"/>
            <a:ext cx="7916626" cy="4310074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729450" y="570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Dashboard</a:t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727650" y="1353900"/>
            <a:ext cx="76887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Análisis de Mortalidad por Causas · Streamlit</a:t>
            </a:r>
            <a:endParaRPr/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581" y="1777700"/>
            <a:ext cx="7504302" cy="324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